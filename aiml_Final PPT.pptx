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2F7B81-12B3-43C7-B6F5-CE53D2288B6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D6AAF0D2-7CCF-4F8A-9F79-021BFE495EF9}">
          <p14:sldIdLst>
            <p14:sldId id="264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6" d="100"/>
          <a:sy n="56" d="100"/>
        </p:scale>
        <p:origin x="1580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51C9B-3919-4068-80A5-A7B8BAD6488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8EF56-22B1-4666-9BAF-C6AD1A274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50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8EF56-22B1-4666-9BAF-C6AD1A2748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5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224" y="1600200"/>
            <a:ext cx="3125453" cy="401453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</a:rPr>
              <a:t>AI-Based Early Warning System for Cardiovascular Disease Detection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800" dirty="0"/>
              <a:t>AI-ML PBL REVIEW 4</a:t>
            </a:r>
            <a:endParaRPr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sz="2400" dirty="0"/>
              <a:t>Team Members: </a:t>
            </a:r>
            <a:endParaRPr lang="en-US" sz="2400" dirty="0"/>
          </a:p>
          <a:p>
            <a:pPr marL="0" indent="0">
              <a:buNone/>
            </a:pPr>
            <a:r>
              <a:rPr sz="1800" dirty="0"/>
              <a:t>P. Poojitha </a:t>
            </a:r>
            <a:endParaRPr lang="en-US" sz="1800" dirty="0"/>
          </a:p>
          <a:p>
            <a:pPr marL="0" indent="0">
              <a:buNone/>
            </a:pPr>
            <a:r>
              <a:rPr sz="1800" dirty="0"/>
              <a:t>T. Pallavi </a:t>
            </a:r>
            <a:endParaRPr lang="en-US" sz="1800" dirty="0"/>
          </a:p>
          <a:p>
            <a:pPr marL="0" indent="0">
              <a:buNone/>
            </a:pPr>
            <a:r>
              <a:rPr sz="1800" dirty="0"/>
              <a:t> Y. Gowthami </a:t>
            </a:r>
            <a:endParaRPr lang="en-US" sz="1800" dirty="0"/>
          </a:p>
          <a:p>
            <a:pPr marL="0" indent="0">
              <a:buNone/>
            </a:pPr>
            <a:r>
              <a:rPr sz="1800" dirty="0"/>
              <a:t> Rukmini </a:t>
            </a:r>
            <a:endParaRPr lang="en-US" sz="1800" dirty="0"/>
          </a:p>
          <a:p>
            <a:pPr marL="0" indent="0">
              <a:buNone/>
            </a:pPr>
            <a:r>
              <a:rPr sz="1800" dirty="0"/>
              <a:t> J. Rakshitha</a:t>
            </a:r>
          </a:p>
          <a:p>
            <a:pPr marL="0" indent="0">
              <a:buNone/>
            </a:pPr>
            <a:r>
              <a:rPr sz="2400" dirty="0"/>
              <a:t>Guide: Dr. Sudharsana Rao</a:t>
            </a:r>
          </a:p>
          <a:p>
            <a:pPr marL="0" indent="0">
              <a:buNone/>
            </a:pPr>
            <a:r>
              <a:rPr sz="2400" dirty="0"/>
              <a:t>Department of ECE, KLEF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Literature Survey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dirty="0"/>
              <a:t> </a:t>
            </a:r>
            <a:r>
              <a:rPr lang="en-US" sz="2400" dirty="0"/>
              <a:t>Early models like Logistic Regression achieved 77–83% accuracy (Detrano et al., 1989).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SVM improved accuracy to 84.1% </a:t>
            </a:r>
            <a:r>
              <a:rPr lang="en-US" sz="2400" b="1" dirty="0"/>
              <a:t>Random Forest </a:t>
            </a:r>
            <a:r>
              <a:rPr lang="en-US" sz="2400" dirty="0"/>
              <a:t>achieved 91%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Key clinical parameters: </a:t>
            </a:r>
            <a:r>
              <a:rPr lang="en-US" sz="2400" dirty="0"/>
              <a:t>Chest Pain Type, Cholesterol, ST Depression, Heart Rate.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Gap identified: </a:t>
            </a:r>
            <a:r>
              <a:rPr lang="en-US" sz="2400" dirty="0"/>
              <a:t>High accuracy with interpretability for medical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Dataset Selection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Dataset:</a:t>
            </a:r>
            <a:r>
              <a:rPr lang="en-US" sz="2400" dirty="0"/>
              <a:t> Public Heart Disease Dataset (Cleveland-based, 1,025 records, 14 attributes).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Features: </a:t>
            </a:r>
            <a:r>
              <a:rPr lang="en-US" sz="2400" dirty="0"/>
              <a:t>Age, Sex, Chest Pain Type, BP, Cholesterol, Heart Rate, Exercise induced angina, </a:t>
            </a:r>
            <a:r>
              <a:rPr lang="en-US" sz="2400" dirty="0" err="1"/>
              <a:t>ECG,Sugar</a:t>
            </a:r>
            <a:r>
              <a:rPr lang="en-US" sz="2400" dirty="0"/>
              <a:t>, Thalassemia test result, </a:t>
            </a:r>
            <a:r>
              <a:rPr lang="en-US" sz="2400" dirty="0" err="1"/>
              <a:t>Colured</a:t>
            </a:r>
            <a:r>
              <a:rPr lang="en-US" sz="2400" dirty="0"/>
              <a:t> </a:t>
            </a:r>
            <a:r>
              <a:rPr lang="en-US" sz="2400" dirty="0" err="1"/>
              <a:t>Artiries</a:t>
            </a:r>
            <a:r>
              <a:rPr lang="en-US" sz="2400" dirty="0"/>
              <a:t>, Old peak, Slope,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Target:</a:t>
            </a:r>
            <a:r>
              <a:rPr lang="en-US" sz="2400" dirty="0"/>
              <a:t> Heart Disease (1 = Yes, 0 = No).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Balanced Data: </a:t>
            </a:r>
            <a:r>
              <a:rPr lang="en-US" sz="2400" dirty="0"/>
              <a:t>526 positive &amp; 499 negative.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Model Selection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Explored Models: </a:t>
            </a:r>
            <a:r>
              <a:rPr lang="en-US" sz="2400" dirty="0"/>
              <a:t>Logistic Regression, SVM, Random Forest.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Chosen Model: </a:t>
            </a:r>
            <a:r>
              <a:rPr lang="en-US" sz="2400" dirty="0"/>
              <a:t>Random Forest Classifier.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Reasons: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400" dirty="0"/>
              <a:t>Handles nonlinear data.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	 Prevents overfitting.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 -	 Provides feature importance for 		interpretability.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• Tuned Parameters: </a:t>
            </a:r>
            <a:r>
              <a:rPr lang="en-US" sz="2400" dirty="0" err="1"/>
              <a:t>n_estimators</a:t>
            </a:r>
            <a:r>
              <a:rPr lang="en-US" sz="2400" dirty="0"/>
              <a:t>=100, </a:t>
            </a:r>
            <a:r>
              <a:rPr lang="en-US" sz="2400" dirty="0" err="1"/>
              <a:t>max_depth</a:t>
            </a:r>
            <a:r>
              <a:rPr lang="en-US" sz="2400" dirty="0"/>
              <a:t>=8, criterion='</a:t>
            </a:r>
            <a:r>
              <a:rPr lang="en-US" sz="2400" dirty="0" err="1"/>
              <a:t>gini</a:t>
            </a:r>
            <a:r>
              <a:rPr lang="en-US" sz="2400" dirty="0"/>
              <a:t>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Results and Evaluation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Accuracy: 92.3%</a:t>
            </a:r>
          </a:p>
          <a:p>
            <a:pPr marL="0" indent="0">
              <a:buNone/>
            </a:pPr>
            <a:r>
              <a:rPr dirty="0"/>
              <a:t>• Precision: 91.5%</a:t>
            </a:r>
          </a:p>
          <a:p>
            <a:pPr marL="0" indent="0">
              <a:buNone/>
            </a:pPr>
            <a:r>
              <a:rPr dirty="0"/>
              <a:t>• Recall: 93.0%</a:t>
            </a:r>
          </a:p>
          <a:p>
            <a:pPr marL="0" indent="0">
              <a:buNone/>
            </a:pPr>
            <a:r>
              <a:rPr dirty="0"/>
              <a:t>• F1-Score: 92.2%</a:t>
            </a:r>
          </a:p>
          <a:p>
            <a:pPr marL="0" indent="0">
              <a:buNone/>
            </a:pPr>
            <a:r>
              <a:rPr dirty="0"/>
              <a:t>• ROC-AUC: 0.90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Top 5 Features: Chest Pain Type, ST Depression, Max Heart Rate, Slope, 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1. Integration with IoT Devices for real-time monitoring.</a:t>
            </a:r>
          </a:p>
          <a:p>
            <a:r>
              <a:t>2. Use of larger and more diverse datasets.</a:t>
            </a:r>
          </a:p>
          <a:p>
            <a:r>
              <a:t>3. Deployment as mobile/web app.</a:t>
            </a:r>
          </a:p>
          <a:p>
            <a:r>
              <a:t>4. Exploration of Deep Learning and Hybrid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2592E3-9A91-4542-100A-0FDD52CB3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21" y="1645920"/>
            <a:ext cx="7401958" cy="507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3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423820-442A-2E1F-5B74-B2A6BCF04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831579"/>
            <a:ext cx="3968749" cy="31948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B014D3-B3CE-CAFE-53F3-C0F1F9031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48" y="1985367"/>
            <a:ext cx="3968751" cy="28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Importance Visualization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267A9B-F36E-12B1-214B-75F96073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0" y="304364"/>
            <a:ext cx="8878539" cy="6249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337</Words>
  <Application>Microsoft Office PowerPoint</Application>
  <PresentationFormat>On-screen Show (4:3)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Wingdings</vt:lpstr>
      <vt:lpstr>Office Theme</vt:lpstr>
      <vt:lpstr>AI-Based Early Warning System for Cardiovascular Disease Detection</vt:lpstr>
      <vt:lpstr>Literature Survey</vt:lpstr>
      <vt:lpstr>Dataset Selection</vt:lpstr>
      <vt:lpstr>Model Selection</vt:lpstr>
      <vt:lpstr>Results and Evaluation</vt:lpstr>
      <vt:lpstr>Future Scope</vt:lpstr>
      <vt:lpstr>PowerPoint Presentation</vt:lpstr>
      <vt:lpstr>PowerPoint Presentation</vt:lpstr>
      <vt:lpstr>Feature Importance Visualization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Enjamuri Rukmini Goud</cp:lastModifiedBy>
  <cp:revision>4</cp:revision>
  <dcterms:created xsi:type="dcterms:W3CDTF">2013-01-27T09:14:16Z</dcterms:created>
  <dcterms:modified xsi:type="dcterms:W3CDTF">2025-11-06T05:34:16Z</dcterms:modified>
  <cp:category/>
</cp:coreProperties>
</file>