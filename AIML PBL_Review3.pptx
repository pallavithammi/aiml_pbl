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2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87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38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0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28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25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8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85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80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58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5648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81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0863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96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007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40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766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AI-Based Early Warning System for Cardiovascular Disease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950871"/>
            <a:ext cx="4954250" cy="2235919"/>
          </a:xfrm>
        </p:spPr>
        <p:txBody>
          <a:bodyPr>
            <a:normAutofit/>
          </a:bodyPr>
          <a:lstStyle/>
          <a:p>
            <a:r>
              <a:rPr lang="en-US"/>
              <a:t>Team 5</a:t>
            </a:r>
            <a:br>
              <a:rPr lang="en-US"/>
            </a:br>
            <a:r>
              <a:rPr lang="en-US" sz="1500"/>
              <a:t>2410040085</a:t>
            </a:r>
          </a:p>
          <a:p>
            <a:r>
              <a:rPr lang="en-US" sz="1500"/>
              <a:t>2410040036</a:t>
            </a:r>
          </a:p>
          <a:p>
            <a:r>
              <a:rPr lang="en-US" sz="1500"/>
              <a:t>2410040019</a:t>
            </a:r>
          </a:p>
          <a:p>
            <a:r>
              <a:rPr lang="en-US" sz="1500"/>
              <a:t>2410040064</a:t>
            </a:r>
          </a:p>
          <a:p>
            <a:r>
              <a:rPr lang="en-US" sz="1500"/>
              <a:t>2410040079</a:t>
            </a:r>
            <a:endParaRPr lang="en-US" sz="15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872ACC-98E8-0B00-9E07-E5E56B184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847" y="38098"/>
            <a:ext cx="1332740" cy="99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757" y="147536"/>
            <a:ext cx="6554867" cy="1524000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757" y="1545165"/>
            <a:ext cx="6554867" cy="376767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Heart disease is one of the leading causes of death worldwide.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Early prediction can save lives through timely diagnosis.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Machine Learning provides tools for accurate and data-driven predictions.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project uses the Random Forest algorithm for detecting heart disease.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0FF68E9-24CD-809B-5E56-7DFF22B9D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847" y="38098"/>
            <a:ext cx="1332740" cy="99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05903"/>
            <a:ext cx="6554867" cy="1524000"/>
          </a:xfrm>
        </p:spPr>
        <p:txBody>
          <a:bodyPr/>
          <a:lstStyle/>
          <a:p>
            <a:r>
              <a:rPr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36970"/>
            <a:ext cx="6554867" cy="376767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Source: UCI Heart Disease Dataset (Cleveland, Hungary, Switzerland, VA Long Beach)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Total Records: 920 samples, 16 features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Key Attributes: Age, Sex, Chest Pain Type (cp), Cholesterol (</a:t>
            </a:r>
            <a:r>
              <a:rPr lang="en-US" dirty="0" err="1"/>
              <a:t>chol</a:t>
            </a:r>
            <a:r>
              <a:rPr lang="en-US" dirty="0"/>
              <a:t>), Resting BP (</a:t>
            </a:r>
            <a:r>
              <a:rPr lang="en-US" dirty="0" err="1"/>
              <a:t>trestbps</a:t>
            </a:r>
            <a:r>
              <a:rPr lang="en-US" dirty="0"/>
              <a:t>), Max Heart Rate (</a:t>
            </a:r>
            <a:r>
              <a:rPr lang="en-US" dirty="0" err="1"/>
              <a:t>thalach</a:t>
            </a:r>
            <a:r>
              <a:rPr lang="en-US" dirty="0"/>
              <a:t>),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Target variable: num (0 = No Heart Disease, 1 = Heart Disease)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3C79D67-7340-7EB3-095B-529E7B88F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847" y="38098"/>
            <a:ext cx="1332740" cy="99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864" y="147537"/>
            <a:ext cx="6554867" cy="1524000"/>
          </a:xfrm>
        </p:spPr>
        <p:txBody>
          <a:bodyPr/>
          <a:lstStyle/>
          <a:p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864" y="1545165"/>
            <a:ext cx="6554867" cy="376767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1. Data Preprocessing:</a:t>
            </a:r>
          </a:p>
          <a:p>
            <a:pPr marL="0" indent="0">
              <a:buNone/>
            </a:pPr>
            <a:r>
              <a:rPr dirty="0"/>
              <a:t>   • Handled missing values and encoded categorical features.</a:t>
            </a:r>
          </a:p>
          <a:p>
            <a:pPr marL="0" indent="0">
              <a:buNone/>
            </a:pPr>
            <a:r>
              <a:rPr dirty="0"/>
              <a:t>2. Model Training:</a:t>
            </a:r>
          </a:p>
          <a:p>
            <a:pPr marL="0" indent="0">
              <a:buNone/>
            </a:pPr>
            <a:r>
              <a:rPr dirty="0"/>
              <a:t>   • Applied Random Forest Classifier with training/testing split (80/20).</a:t>
            </a:r>
          </a:p>
          <a:p>
            <a:pPr marL="0" indent="0">
              <a:buNone/>
            </a:pPr>
            <a:r>
              <a:rPr dirty="0"/>
              <a:t>3. Evaluation:</a:t>
            </a:r>
          </a:p>
          <a:p>
            <a:pPr marL="0" indent="0">
              <a:buNone/>
            </a:pPr>
            <a:r>
              <a:rPr dirty="0"/>
              <a:t>   • Accuracy, Precision, Recall, F1-score used to measure performance.</a:t>
            </a:r>
          </a:p>
          <a:p>
            <a:pPr marL="0" indent="0">
              <a:buNone/>
            </a:pPr>
            <a:r>
              <a:rPr dirty="0"/>
              <a:t>4. Feature Importance:</a:t>
            </a:r>
          </a:p>
          <a:p>
            <a:pPr marL="0" indent="0">
              <a:buNone/>
            </a:pPr>
            <a:r>
              <a:rPr dirty="0"/>
              <a:t>   • Identified key attributes influencing prediction (e.g., chest pain, age, cholesterol).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D227332-6E15-0889-FE78-CA75D57D3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847" y="38098"/>
            <a:ext cx="1332740" cy="99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940" y="157440"/>
            <a:ext cx="6554867" cy="1524000"/>
          </a:xfrm>
        </p:spPr>
        <p:txBody>
          <a:bodyPr/>
          <a:lstStyle/>
          <a:p>
            <a:r>
              <a:rPr dirty="0"/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61" y="1681440"/>
            <a:ext cx="6554867" cy="376767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dirty="0"/>
              <a:t>• Achieved high prediction accuracy using Random Forest.</a:t>
            </a:r>
          </a:p>
          <a:p>
            <a:pPr marL="0" indent="0">
              <a:buNone/>
            </a:pPr>
            <a:r>
              <a:rPr dirty="0"/>
              <a:t>• Model effectively distinguishes between healthy and diseased cases.</a:t>
            </a:r>
          </a:p>
          <a:p>
            <a:pPr marL="0" indent="0">
              <a:buNone/>
            </a:pPr>
            <a:r>
              <a:rPr dirty="0"/>
              <a:t>• Feature ranking revealed most influential parameters:</a:t>
            </a:r>
          </a:p>
          <a:p>
            <a:pPr marL="0" indent="0">
              <a:buNone/>
            </a:pPr>
            <a:r>
              <a:rPr dirty="0"/>
              <a:t>   - Chest pain type (cp)</a:t>
            </a:r>
          </a:p>
          <a:p>
            <a:pPr marL="0" indent="0">
              <a:buNone/>
            </a:pPr>
            <a:r>
              <a:rPr dirty="0"/>
              <a:t>   - Age</a:t>
            </a:r>
          </a:p>
          <a:p>
            <a:pPr marL="0" indent="0">
              <a:buNone/>
            </a:pPr>
            <a:r>
              <a:rPr dirty="0"/>
              <a:t>   - Cholesterol levels (</a:t>
            </a:r>
            <a:r>
              <a:rPr dirty="0" err="1"/>
              <a:t>chol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   - Max heart rate (</a:t>
            </a:r>
            <a:r>
              <a:rPr dirty="0" err="1"/>
              <a:t>thalach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The model output provides interpretable, reliable predictions for diagnosis.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DC6B1C6-958A-5746-AC63-D84F9EA1B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847" y="38098"/>
            <a:ext cx="1332740" cy="99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251298"/>
            <a:ext cx="6554867" cy="1524000"/>
          </a:xfrm>
        </p:spPr>
        <p:txBody>
          <a:bodyPr/>
          <a:lstStyle/>
          <a:p>
            <a:r>
              <a:rPr dirty="0"/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221" y="1914727"/>
            <a:ext cx="6554867" cy="376767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The Random Forest model shows promising results in predicting heart disease.</a:t>
            </a:r>
          </a:p>
          <a:p>
            <a:pPr marL="0" indent="0">
              <a:buNone/>
            </a:pPr>
            <a:r>
              <a:rPr dirty="0"/>
              <a:t>• It can serve as a supportive tool for medical professionals.</a:t>
            </a:r>
          </a:p>
          <a:p>
            <a:pPr marL="0" indent="0">
              <a:buNone/>
            </a:pPr>
            <a:r>
              <a:rPr dirty="0"/>
              <a:t>• Future improvements:</a:t>
            </a:r>
          </a:p>
          <a:p>
            <a:pPr marL="0" indent="0">
              <a:buNone/>
            </a:pPr>
            <a:r>
              <a:rPr dirty="0"/>
              <a:t>   - Use of deep learning for higher accuracy.</a:t>
            </a:r>
          </a:p>
          <a:p>
            <a:pPr marL="0" indent="0">
              <a:buNone/>
            </a:pPr>
            <a:r>
              <a:rPr dirty="0"/>
              <a:t>   - Integration with real-time patient monitoring systems.</a:t>
            </a:r>
          </a:p>
          <a:p>
            <a:pPr marL="0" indent="0">
              <a:buNone/>
            </a:pPr>
            <a:r>
              <a:rPr dirty="0"/>
              <a:t>• Concludes that ML can significantly aid early detection of heart disease.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46967EA-5029-0D93-4999-5F0ECFDA4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847" y="38098"/>
            <a:ext cx="1332740" cy="99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</TotalTime>
  <Words>343</Words>
  <Application>Microsoft Office PowerPoint</Application>
  <PresentationFormat>On-screen Show (4:3)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Century Gothic</vt:lpstr>
      <vt:lpstr>Wingdings</vt:lpstr>
      <vt:lpstr>Wingdings 3</vt:lpstr>
      <vt:lpstr>Slice</vt:lpstr>
      <vt:lpstr>AI-Based Early Warning System for Cardiovascular Disease Detection</vt:lpstr>
      <vt:lpstr>Introduction</vt:lpstr>
      <vt:lpstr>Dataset Description</vt:lpstr>
      <vt:lpstr>Methodology</vt:lpstr>
      <vt:lpstr>Results and Discussion</vt:lpstr>
      <vt:lpstr>Conclusion and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THAMMI PALLAVI .</cp:lastModifiedBy>
  <cp:revision>3</cp:revision>
  <dcterms:created xsi:type="dcterms:W3CDTF">2013-01-27T09:14:16Z</dcterms:created>
  <dcterms:modified xsi:type="dcterms:W3CDTF">2025-10-25T03:52:05Z</dcterms:modified>
  <cp:category/>
</cp:coreProperties>
</file>